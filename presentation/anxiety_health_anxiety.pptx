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Segoe UI"/>
              </a:rPr>
              <a:t>Detecting Anxiety and Health Anxiety in Reddit Text</a:t>
            </a:r>
          </a:p>
          <a:p>
            <a:r>
              <a:rPr sz="1900">
                <a:solidFill>
                  <a:srgbClr val="AECBE0"/>
                </a:solidFill>
                <a:latin typeface="Segoe UI"/>
              </a:rPr>
              <a:t>Weak supervision · clinical-feature architecture surgery · LLM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Segoe UI"/>
              </a:rPr>
              <a:t>MSc Dissertation — 2026</a:t>
            </a:r>
          </a:p>
          <a:p>
            <a:r>
              <a:rPr sz="1300">
                <a:solidFill>
                  <a:srgbClr val="AECBE0"/>
                </a:solidFill>
                <a:latin typeface="Segoe UI"/>
              </a:rPr>
              <a:t>743,879 Reddit posts · 38 subreddits · 12 experiments · 171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Segoe UI"/>
              </a:rPr>
              <a:t>• Health anxiety (illness anxiety disorder): persistent, excessive worry about having a serious illness — clinically distinct from, and far less studied than, general anxiety or depression.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Segoe UI"/>
              </a:rPr>
              <a:t>• Reddit is a large-scale, naturalistic source of mental-health language: people describe symptoms, fears and help-seeking in their own words.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Segoe UI"/>
              </a:rPr>
              <a:t>• Research question: can we detect anxiety — and specifically HEALTH anxiety — from text, rigorously, with clinical grounding, and honest about what actually works?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Segoe UI"/>
              </a:rPr>
              <a:t>• Constraint that shapes everything: no clinician-labelled health-anxiety data exists, so we must build from weak / self-reported signals.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What the field has done — and the gap we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Only published health-anxiety baseline: Low et al. 2020 (Reddit Mental Health Dataset) — linear SGD-L1, weighted-F1 = 0.851. Strong encoders (MentalBERT/RoBERTa, MentaLLaMA) and LLMs exist.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The gaps: (1) no public CLINICIAN-labelled health-anxiety dataset; (2) subreddit-as-label is circular; (3) cross-corpus F1 collapse is the field norm (Harrigian et al.).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Unclaimed territory we target: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Fuse clinical-instrument (SHAI) features directly INTO a transformer.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Hierarchical user-level modelling of a person's post stream.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Generative-LLM baselines (zero-shot + QLoRA) for health anxiety.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Data &amp; 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743,879 posts across 38 subreddits: anxiety / health-anxiety / comorbid / depression / suicidality + subreddit-matched neutral controls.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Weak-label positives are severely imbalanced: 69,010 anxiety · 10,659 depression · 2,544 health-anxiety · 458 suicidality.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Author-disjoint splits throughout — no user appears in both train and test. This is the rigorous protocol that exposes proxy-label leakage (and many papers skip it).</a:t>
            </a:r>
          </a:p>
        </p:txBody>
      </p:sp>
      <p:pic>
        <p:nvPicPr>
          <p:cNvPr id="6" name="Picture 5" descr="corpu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304009"/>
            <a:ext cx="5669280" cy="26157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Labelling: weak supervision + self-disclosure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>
                <a:solidFill>
                  <a:srgbClr val="222222"/>
                </a:solidFill>
                <a:latin typeface="Segoe UI"/>
              </a:rPr>
              <a:t>• Tier-1 WEAK labels = subreddit-as-proxy prior ⊕ clinical lexicons (50/50). Lexicons grounded in GAD-7, SHAI / HAI, PHQ-9 and Columbia C-SSRS instruments.</a:t>
            </a:r>
          </a:p>
          <a:p>
            <a:pPr>
              <a:spcAft>
                <a:spcPts val="800"/>
              </a:spcAft>
            </a:pPr>
            <a:r>
              <a:rPr sz="1650">
                <a:solidFill>
                  <a:srgbClr val="222222"/>
                </a:solidFill>
                <a:latin typeface="Segoe UI"/>
              </a:rPr>
              <a:t>• Self-disclosure TEST set: regex-verified “I was diagnosed with…” users (with negation/third-party filters) + subreddit-matched never-disclosed controls.</a:t>
            </a:r>
          </a:p>
          <a:p>
            <a:pPr>
              <a:spcAft>
                <a:spcPts val="800"/>
              </a:spcAft>
            </a:pPr>
            <a:r>
              <a:rPr sz="1650">
                <a:solidFill>
                  <a:srgbClr val="222222"/>
                </a:solidFill>
                <a:latin typeface="Segoe UI"/>
              </a:rPr>
              <a:t>• eRisk protocol: the disclosure post is MASKED at test time; we score the user's remaining posts — no trivial keyword leakage.</a:t>
            </a:r>
          </a:p>
          <a:p>
            <a:pPr>
              <a:spcAft>
                <a:spcPts val="800"/>
              </a:spcAft>
            </a:pPr>
            <a:r>
              <a:rPr sz="1650">
                <a:solidFill>
                  <a:srgbClr val="222222"/>
                </a:solidFill>
                <a:latin typeface="Segoe UI"/>
              </a:rPr>
              <a:t>• Honest framing: these are weak / proxy labels, NOT clinician annotations — every claim is bounded by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Methodology — model zoo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Models: TF-IDF+LogReg · XGBoost (26 linguistic features) · MentalRoBERTa (single + multi-task) · DANN · Fusion (novel) · Hierarchical user model · LLMs (Qwen / MentaLLaMA zero-shot + QLoRA).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Evaluation goes well beyond a single F1:</a:t>
            </a:r>
          </a:p>
          <a:p>
            <a:pPr lvl="1">
              <a:spcAft>
                <a:spcPts val="800"/>
              </a:spcAft>
            </a:pPr>
            <a:r>
              <a:rPr sz="1350">
                <a:solidFill>
                  <a:srgbClr val="222222"/>
                </a:solidFill>
                <a:latin typeface="Segoe UI"/>
              </a:rPr>
              <a:t>– Author-disjoint F1 / AUROC / AUPRC with bootstrap CIs.</a:t>
            </a:r>
          </a:p>
          <a:p>
            <a:pPr lvl="1">
              <a:spcAft>
                <a:spcPts val="800"/>
              </a:spcAft>
            </a:pPr>
            <a:r>
              <a:rPr sz="1350">
                <a:solidFill>
                  <a:srgbClr val="222222"/>
                </a:solidFill>
                <a:latin typeface="Segoe UI"/>
              </a:rPr>
              <a:t>– Cross-corpus zero-shot transfer (RMHD, expert-labelled ANGST).</a:t>
            </a:r>
          </a:p>
          <a:p>
            <a:pPr lvl="1">
              <a:spcAft>
                <a:spcPts val="800"/>
              </a:spcAft>
            </a:pPr>
            <a:r>
              <a:rPr sz="1350">
                <a:solidFill>
                  <a:srgbClr val="222222"/>
                </a:solidFill>
                <a:latin typeface="Segoe UI"/>
              </a:rPr>
              <a:t>– Calibration · per-subreddit thresholds · McNemar &amp; paired-bootstrap significance.</a:t>
            </a:r>
          </a:p>
          <a:p>
            <a:pPr lvl="1">
              <a:spcAft>
                <a:spcPts val="800"/>
              </a:spcAft>
            </a:pPr>
            <a:r>
              <a:rPr sz="1350">
                <a:solidFill>
                  <a:srgbClr val="222222"/>
                </a:solidFill>
                <a:latin typeface="Segoe UI"/>
              </a:rPr>
              <a:t>– SHAP interpretability · eRisk early-detection · adversarial robustness · fairness audit.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12 experiments + supporting analyses; 171 automated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Headline: beating the only health-anxiety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Task: r/HealthAnxiety vs r/Anxiety (submissions, author-disjoint) — is health-anxiety language separable from general anxiety?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Weighted-F1: TF-IDF 0.886 · MentalRoBERTa 0.906 · RoBERTa-large 0.916.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Segoe UI"/>
              </a:rPr>
              <a:t>• All beat Low et al. 2020 (0.851) — a +0.035 to +0.065 improvement over the only published baseline. This is our primary contribution.</a:t>
            </a:r>
          </a:p>
        </p:txBody>
      </p:sp>
      <p:pic>
        <p:nvPicPr>
          <p:cNvPr id="6" name="Picture 5" descr="stronger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35480"/>
            <a:ext cx="6035040" cy="3352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What separates health anxiety from general anxiety?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Health-anxiety markers have large effect sizes: illness/bodily terms (Cohen's d ≈ +7.5), symptom-googling, reassurance-seeking — all SHAI-consistent.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Discriminative n-grams: “my health”, “google”, “symptoms”, “results”, “disease”, “spiral” (HA) vs “work”, “job”, “medication”, “sleep” (anxiety).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Negative sentiment rises monotonically with severity (anxiety → HA → depression → suicidality).</a:t>
            </a:r>
          </a:p>
        </p:txBody>
      </p:sp>
      <p:pic>
        <p:nvPicPr>
          <p:cNvPr id="6" name="Picture 5" descr="exp4__mark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81466"/>
            <a:ext cx="6126480" cy="40608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External validity — and a transfer puzzle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Zero-shot transfer: RMHD (Low 2020) AUROC 0.92; ANGST (3 expert psychologists) AUROC 0.82 — genuine external validity, rare in this field.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Puzzle: cheap TF-IDF OUT-transferred the transformer (RMHD 0.920 vs 0.897) — this motivates the architecture surgery on the next slide.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The classic F1-collapse under shift (in-dist 0.93 → cross 0.31) is a thresholding artifact: AUROC stays ~0.99 → fixed by per-subreddit calibration.</a:t>
            </a:r>
          </a:p>
        </p:txBody>
      </p:sp>
      <p:pic>
        <p:nvPicPr>
          <p:cNvPr id="6" name="Picture 5" descr="externa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54505"/>
            <a:ext cx="5943600" cy="3714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Contribution 1: clinical-feature architecture surgery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FusionMultiTaskModel: encoder embedding (768-d) ⊕ 26 linguistic + 7 SHAI features → fusion MLP; + focal loss; + attention pooling (all independently ablatable).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WIN — fusion+focal lifts the imbalance-limited rare classes: health-anx F1 0.508→0.559, suicidality 0.444→0.522.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WIN — and cross-corpus transfer: RMHD AUROC 0.894→0.931 (now BEATS TF-IDF 0.920); ANGST →0.811.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NOVEL: fusing SHAI clinical-instrument features into a transformer closes the documented transfer gap — not previously done in this domain.</a:t>
            </a:r>
          </a:p>
        </p:txBody>
      </p:sp>
      <p:pic>
        <p:nvPicPr>
          <p:cNvPr id="6" name="Picture 5" descr="fusion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34194"/>
            <a:ext cx="6035040" cy="2155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Contribution 1 (cont.): calibrating the new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Focal loss makes the model UNDER-confident — every learned temperature &lt; 1 (0.47–0.62).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Temperature scaling restores excellent calibration: anxiety ECE 0.020→0.006; rarer classes ≤0.002 (a 69–95% reduction).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Per-subreddit thresholds lift anxiety macro-F1 0.852→0.888.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Both calibration tools transfer cleanly to the fused architecture — the trade focal makes (calibration for recall/ranking) is fully recoverable post-hoc.</a:t>
            </a:r>
          </a:p>
        </p:txBody>
      </p:sp>
      <p:pic>
        <p:nvPicPr>
          <p:cNvPr id="6" name="Picture 5" descr="fusion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725930"/>
            <a:ext cx="6035040" cy="3771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Contribution 2: hierarchical user model (honest negative)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Frozen MentalRoBERTa post-encoder → learned attention aggregation over a user's post stream → user head; evaluated user-level on the disclosure test set.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Result: learned attention ≤ naive mean-pooling on all three targets; both only TIE cheap TF-IDF (~0.74 user-AUROC).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The bottleneck is the noisy proxy label + subreddit-matched hard negatives — NOT the aggregation mechanism. A clean null (and a useful one).</a:t>
            </a:r>
          </a:p>
        </p:txBody>
      </p:sp>
      <p:pic>
        <p:nvPicPr>
          <p:cNvPr id="6" name="Picture 5" descr="hier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725930"/>
            <a:ext cx="6035040" cy="3771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Contribution 3: generative-LLM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Qwen2.5-7B ZERO-SHOT: weighted-F1 0.782 — loses to TF-IDF (0.886) and to the encoders.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Qwen2.5-7B QLoRA (1 epoch, 4-bit): 0.917 — statistically TIED with RoBERTa-large (0.916), at 20–55× the parameters.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Lesson: fine-tuning — not prompting — closes the gap; the small fine-tuned encoder stays the efficient choice.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MentaLLaMA verbalizer-unsuitable (chance, both prompt formats); Llama-3.1-8B gated → deferred.</a:t>
            </a:r>
          </a:p>
        </p:txBody>
      </p:sp>
      <p:pic>
        <p:nvPicPr>
          <p:cNvPr id="6" name="Picture 5" descr="llm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103120"/>
            <a:ext cx="603504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Contribution 4: domain-adaptive pretraining (null)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Continue masked-LM pretraining of roberta-base on 200k in-domain posts, then fine-tune on the HA task.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No benefit: vanilla roberta-base already MATCHES MentalRoBERTa (0.906 ≈ 0.905); light DAPT slightly hurts (0.903).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• Consistent lesson (DAPT + LLM): at the ~0.92 Reddit-binary ceiling, fine-tuning dominates — pretraining provenance and model scale barely matter.</a:t>
            </a:r>
          </a:p>
        </p:txBody>
      </p:sp>
      <p:pic>
        <p:nvPicPr>
          <p:cNvPr id="6" name="Picture 5" descr="dapt_m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35480"/>
            <a:ext cx="6035040" cy="3352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Supporting rigour (the full evaluation menu)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Calibration — TF-IDF was badly under-confident (ECE 0.200→0.035, −82%); transformers already well-calibrated.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Per-subreddit thresholds — anxiety macro-F1 0.719→0.781.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Significance — McNemar + paired bootstrap: model differences are NOT significant (honestly, tied).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eRisk early detection — anxiety flagged at a median of 1 post (recall 0.78).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Segoe UI"/>
              </a:rPr>
              <a:t>• Plus: SHAP interpretability · robustness (&lt;5% flips under perturbation) · fairness (TPR gaps ≤0.06) · weak-label filtering (null).</a:t>
            </a:r>
          </a:p>
        </p:txBody>
      </p:sp>
      <p:pic>
        <p:nvPicPr>
          <p:cNvPr id="6" name="Picture 5" descr="e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34440"/>
            <a:ext cx="5705856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What is new / better than the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✔ Beat the only published health-anxiety baseline (Low 2020 0.851 → 0.916 weighted-F1).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✔ NOVEL: SHAI clinical-feature fusion into a transformer → closes the cross-corpus transfer gap (no prior work does this for health anxiety).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✔ First DANN application to Reddit mental-health + genuine external validation on RMHD and expert-labelled ANGST.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✔ Full calibration / significance / fairness / robustness / eRisk suite — beyond typical single-metric papers.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✔ Scientific honesty: documented, reproducible NEGATIVE results (hierarchical, DANN, DAPT) — rare and valuable.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What is NOT better — 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✘ At/near the ~0.92 Reddit-binary ceiling → limited headroom; absolute gains are modest.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✘ Weak / proxy labels (subreddit-as-label); no clinician-annotated health-anxiety gold set.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✘ User-level detection only TIES cheap TF-IDF (~0.74) — deep models give no advantage there.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✘ LLMs do NOT beat fine-tuned encoders: zero-shot loses, QLoRA only reaches parity (at huge cost).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✘ DAPT adds nothing here; most headline runs are single-seed (no multi-seed CI averaging yet).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Summary of contributions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332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Contribution</a:t>
                      </a:r>
                    </a:p>
                  </a:txBody>
                  <a:tcPr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New?</a:t>
                      </a:r>
                    </a:p>
                  </a:txBody>
                  <a:tcPr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vs literature</a:t>
                      </a:r>
                    </a:p>
                  </a:txBody>
                  <a:tcPr>
                    <a:solidFill>
                      <a:srgbClr val="0B2B4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HA-vs-Anxiety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extends Low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✔ +0.065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SHAI clinical-feature fusion model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NOVEL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✔ closes transfer gap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Calibrating the focal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novel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✔ ECE → ≤0.006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Hierarchical user model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novel attempt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✘ null (ties TF-IDF)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DANN on Reddit mental-health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first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✘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LLM zero-shot / QLoRA baselines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new for HA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≈ parity, not better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Domain-adaptive MLM (DAPT)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✘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Calibration/significance/fairness/robustness/eRisk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thorough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Segoe UI"/>
                        </a:rPr>
                        <a:t>✔ exceeds norm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Llama-3.1-8B baselines (zero-shot + QLoRA) — pipeline ready; pending HF gated access.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MentaLLaMA via generate-and-parse decoding (the verbalizer probe is unsuitable for a long-form domain LLM).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Ordinal severity head (CORAL / CORN) on the fusion model — grade severity, not just presence.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The field's biggest gap: clinician-annotated health-anxiety labels + multi-seed confidence intervals.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Live user-history enrichment for user-level modelling (currently blocked by Reddit IP limits).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6873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The winning recipe: fine-tune a compact encoder + fuse clinical (SHAI) features + focal loss → beats the published baseline AND closes the cross-corpus transfer gap.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LLMs match but do not beat small fine-tuned encoders; pretraining provenance and scale barely matter at the ceiling — fine-tuning on the task does.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Equal weight to honest negatives (hierarchical, DANN, DAPT) and full evaluation rigour → a credible, reproducible health-anxiety NLP study.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Take-away: clinically-grounded, parameter-efficient, and honest beats big-and-vague.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